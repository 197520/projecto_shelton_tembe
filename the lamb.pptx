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498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 smtClean="0"/>
              <a:t>Faça clique para editar o estilo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10-12-2009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10-12-2009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10-12-2009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10-12-2009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10-12-2009</a:t>
            </a:fld>
            <a:endParaRPr lang="pt-PT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10-12-2009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10-12-2009</a:t>
            </a:fld>
            <a:endParaRPr lang="pt-PT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10-12-2009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10-12-2009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10-12-2009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10-12-2009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270875-E729-438F-AD64-DA10B3256A5A}" type="datetimeFigureOut">
              <a:rPr lang="pt-PT" smtClean="0"/>
              <a:t>10-12-2009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AC85B3-BB92-4040-8F52-E774985663BC}" type="slidenum">
              <a:rPr lang="pt-PT" smtClean="0"/>
              <a:t>‹nº›</a:t>
            </a:fld>
            <a:endParaRPr lang="pt-P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SWORD</dc:creator>
  <dcterms:created xsi:type="dcterms:W3CDTF">2025-11-26T12:35:52Z</dcterms:created>
</cp:coreProperties>
</file>